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CF22-FC49-499D-89A3-11ADA7A29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F0DF0-91FF-4689-A5FC-1A33F9FC2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B99B5-8928-4405-A306-4E5335AC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65C52-32D8-49D8-8F16-1F83B8CF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9D640-9C03-4BBA-9B5F-4E78E776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203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0F36-96BB-4B55-8301-BC3B5F73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E5EEF-F3B1-4848-A945-0832EC343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0C181-1B3E-4CFA-AA96-22DAB0A8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01BCF-E24E-4141-B145-477A879D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171CA-FAC9-419D-A27C-C62D1D66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157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D8A4-A8D1-4F8C-AC22-C3943285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1E8A5-9C39-48DF-BE38-23003C644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9E24-B084-4FBD-9E29-4324740B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D760F-5BD1-4289-B504-5D0A9FBC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99F48-73A7-46E9-BDB8-C60FF76A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981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5EBB-65A6-4E27-9086-89DB6680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075F8-F04E-4F16-B426-E27EB1FA2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0405F-56AA-4B11-BBE2-C45F46245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8CB74-DE74-4D6B-A5E3-7A4F619E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036F9-96E9-4A4A-8848-A384A218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911F5-55CE-4DF4-BC16-DE9E429F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91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5977-B1A3-4842-8D26-EDEF52CD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B5DD2-2911-4513-A41E-73F2436A3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7BE1D-F3E3-4B77-ACF6-6F518BA4B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A25DC-DD2E-4A36-9D69-F251AF1A4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C37D3-55BF-46F9-9C8F-0E22EA51F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956F2-C7B0-41C0-9B93-348FC0C0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4F86F-3760-4906-AACB-1EB0B85D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5050E-BA6B-4600-A0C3-B37C9D1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148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47CE-8997-4A11-8A95-3DF9ADB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1AD01-5F9E-493C-84E3-25A22B2C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C2749-C4A5-4F0D-9BAB-62533E8F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07981-9983-4192-807F-2740AEFD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8411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797E5-5EEF-422C-A149-6FF134DC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5C093-65DD-4B14-B7F3-4F957660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AF467-4B5A-4AC9-A1BB-EF7E010C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016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9162-1A26-40F9-91E4-8A6E0394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0C10-CD91-4F2D-BAB6-16ED47DA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9F333-12F9-4A2B-8440-566D4D499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21E4D-D77A-4A03-90B2-078CAF3A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FD9C2-3821-4090-9AD8-4EEEBDFB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90964-4EA0-4047-B9EA-B29C9CFB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39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770F-E2D1-4E6A-B3FF-979A0FB6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91DAF-8A62-4C45-8160-81E4BE606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0ECF6-A594-4AB7-B323-062D5C210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A5B7D-CEE7-4FBA-BF9C-0B1A1823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F9098-24DB-4460-AD1E-C965C101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D2524-EEFB-4DFB-A3C0-FDCBE896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455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F036-6807-49D9-B042-7FAB5DD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095F9-FE23-4D05-B3D7-69B25CD1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D5EF6-ECB9-4E3A-A1B5-73A0C989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11026-099E-4A1B-BE10-3C2BC5C2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262D-04F9-4421-970D-7C11108D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878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980D4-105E-4F9F-B0B7-9275975BE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27F27-E974-4375-9F0D-52C5DA415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E5F8-306F-4A6B-ADC7-ED761586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CF87-FCB6-4630-A56B-773F80A8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59CB6-DFB0-4768-8377-50FAC768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63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E4740-9144-48C1-ABDA-9024E48A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C0CF5-38A7-4B1E-9A6D-9EA6E500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77817-8400-48C7-A54E-4772B4676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1CFC7-EAAB-4020-82B5-170F9611741F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3B84-7AF8-4DCA-B2C5-443F3FA71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41941-591A-40AB-ACB9-B546AFBB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677E0-2610-4325-A95C-42D96E552F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245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D077-411C-4BF4-BE7D-F90474933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65C3D-9A51-47F2-9F78-B9B57548A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856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Hlengi Dlamini</dc:creator>
  <cp:lastModifiedBy>Hlengi Dlamini</cp:lastModifiedBy>
  <cp:revision>1</cp:revision>
  <dcterms:created xsi:type="dcterms:W3CDTF">2025-11-12T19:00:17Z</dcterms:created>
  <dcterms:modified xsi:type="dcterms:W3CDTF">2025-11-12T19:00:56Z</dcterms:modified>
</cp:coreProperties>
</file>